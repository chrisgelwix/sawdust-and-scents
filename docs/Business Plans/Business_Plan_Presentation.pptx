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Sawdust and Scents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Business Plan &amp;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venture specializing in handcrafted woodworking products and artisanal candles</a:t>
            </a:r>
          </a:p>
          <a:p>
            <a:r>
              <a:t>• Target Market: Home decor enthusiasts, gift buyers, DIY consumers</a:t>
            </a:r>
          </a:p>
          <a:p>
            <a:r>
              <a:t>• Initial Investment: $150,000 - $200,000</a:t>
            </a:r>
          </a:p>
          <a:p>
            <a:r>
              <a:t>• Break-Even: Month 12-15</a:t>
            </a:r>
          </a:p>
          <a:p>
            <a:r>
              <a:t>• 3-Year ROI: 118-120%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Mission: Create beautiful, handcrafted products that bring warmth to homes</a:t>
            </a:r>
          </a:p>
          <a:p>
            <a:r>
              <a:t>• Manufacturing: In-house production</a:t>
            </a:r>
          </a:p>
          <a:p>
            <a:r>
              <a:t>• Sales: E-commerce platform</a:t>
            </a:r>
          </a:p>
          <a:p>
            <a:r>
              <a:t>• Products: Woodworking items &amp; candles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Size</a:t>
            </a:r>
          </a:p>
          <a:p>
            <a:r>
              <a:t>• US Home Decor Market: $120+ billion (4.5% CAGR)</a:t>
            </a:r>
          </a:p>
          <a:p>
            <a:r>
              <a:t>• US Candle Market: $3.2 billion (3.5% CAGR)</a:t>
            </a:r>
          </a:p>
          <a:p>
            <a:r>
              <a:t>• E-commerce Growth: 15-20% annually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</a:t>
            </a:r>
          </a:p>
          <a:p>
            <a:r>
              <a:t>• Initial Investment: $150,000</a:t>
            </a:r>
          </a:p>
          <a:p>
            <a:r>
              <a:t>• Break-Even: 280 units/month ($14,560)</a:t>
            </a:r>
          </a:p>
          <a:p>
            <a:r>
              <a:t>• Gross Margin: 54%</a:t>
            </a:r>
          </a:p>
          <a:p>
            <a:r>
              <a:t>• 3-Year ROI: 118-120%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3-Year Revenue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$140,920 revenue, ($19,500) net</a:t>
            </a:r>
          </a:p>
          <a:p>
            <a:r>
              <a:t>Year 2: $343,200 revenue, $78,000 profit (22.7% margin)</a:t>
            </a:r>
          </a:p>
          <a:p>
            <a:r>
              <a:t>Year 3: $468,000 revenue, $120,000 profit (25.6% margin)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Break-Even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Break-Even Calculation</a:t>
            </a:r>
          </a:p>
          <a:p>
            <a:r>
              <a:t>• Fixed Costs: $8,400/month</a:t>
            </a:r>
          </a:p>
          <a:p>
            <a:r>
              <a:t>• Contribution Margin: $30/unit</a:t>
            </a:r>
          </a:p>
          <a:p>
            <a:r>
              <a:t>• Break-Even: 280 units/month</a:t>
            </a:r>
          </a:p>
          <a:p>
            <a:r>
              <a:t>• Timeline: Month 12-15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on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3-Year ROI: 118-120%</a:t>
            </a:r>
          </a:p>
          <a:p>
            <a:r>
              <a:t>• Year 1: ($21,000) - startup phase</a:t>
            </a:r>
          </a:p>
          <a:p>
            <a:r>
              <a:t>• Year 2: $78,000 profit (52% ROI)</a:t>
            </a:r>
          </a:p>
          <a:p>
            <a:r>
              <a:t>• Year 3: $120,000 profit (80% ROI)</a:t>
            </a:r>
          </a:p>
          <a:p>
            <a:r>
              <a:t>• Payback Period: 2.5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$150,000 Investment Breakdown</a:t>
            </a:r>
          </a:p>
          <a:p>
            <a:r>
              <a:t>• Equipment &amp; Setup: $48,000 (32%)</a:t>
            </a:r>
          </a:p>
          <a:p>
            <a:r>
              <a:t>• E-commerce Platform: $30,000 (20%)</a:t>
            </a:r>
          </a:p>
          <a:p>
            <a:r>
              <a:t>• Initial Inventory: $20,000 (13%)</a:t>
            </a:r>
          </a:p>
          <a:p>
            <a:r>
              <a:t>• Marketing &amp; Launch: $15,000 (10%)</a:t>
            </a:r>
          </a:p>
          <a:p>
            <a:r>
              <a:t>• Working Capital: $37,000+ (25%+)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Risks &amp; Mitigation Strategies</a:t>
            </a:r>
          </a:p>
          <a:p>
            <a:r>
              <a:t>• Market Risk: Strong branding, SEO, unique products</a:t>
            </a:r>
          </a:p>
          <a:p>
            <a:r>
              <a:t>• Production Risk: Quality control, multiple suppliers</a:t>
            </a:r>
          </a:p>
          <a:p>
            <a:r>
              <a:t>• Financial Risk: Conservative projections, working capital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3-Year Growth Plan</a:t>
            </a:r>
          </a:p>
          <a:p>
            <a:r>
              <a:t>Year 1: Establish brand, achieve break-even</a:t>
            </a:r>
          </a:p>
          <a:p>
            <a:r>
              <a:t>Year 2: Expand products, increase marketing, hire staff</a:t>
            </a:r>
          </a:p>
          <a:p>
            <a:r>
              <a:t>Year 3: Scale production, explore wholesale partnerships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Invest in Sawdust and Scents?</a:t>
            </a:r>
          </a:p>
          <a:p>
            <a:r>
              <a:t>✓ Break-even within 12-15 months</a:t>
            </a:r>
          </a:p>
          <a:p>
            <a:r>
              <a:t>✓ Strong gross margins (54%+)</a:t>
            </a:r>
          </a:p>
          <a:p>
            <a:r>
              <a:t>✓ Scalable business model</a:t>
            </a:r>
          </a:p>
          <a:p>
            <a:r>
              <a:t>✓ Growing market demand</a:t>
            </a:r>
          </a:p>
          <a:p>
            <a:r>
              <a:t>✓ 3-Year ROI: 118-120%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